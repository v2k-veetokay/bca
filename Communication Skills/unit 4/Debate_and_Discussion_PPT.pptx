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5" r:id="rId7"/>
    <p:sldId id="266" r:id="rId8"/>
    <p:sldId id="261" r:id="rId9"/>
    <p:sldId id="262" r:id="rId10"/>
    <p:sldId id="269" r:id="rId11"/>
    <p:sldId id="270" r:id="rId12"/>
    <p:sldId id="267" r:id="rId13"/>
    <p:sldId id="268"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9/23/2025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pPr/>
              <a:t>9/23/2025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Debate and Discussion</a:t>
            </a:r>
          </a:p>
        </p:txBody>
      </p:sp>
      <p:sp>
        <p:nvSpPr>
          <p:cNvPr id="3" name="Subtitle 2"/>
          <p:cNvSpPr>
            <a:spLocks noGrp="1"/>
          </p:cNvSpPr>
          <p:nvPr>
            <p:ph type="subTitle" idx="1"/>
          </p:nvPr>
        </p:nvSpPr>
        <p:spPr/>
        <p:txBody>
          <a:bodyPr/>
          <a:lstStyle/>
          <a:p>
            <a:r>
              <a:t>Understanding the Differences and Importance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endParaRPr/>
          </a:p>
          <a:p>
            <a:pPr>
              <a:defRPr sz="2000">
                <a:solidFill>
                  <a:srgbClr val="000000"/>
                </a:solidFill>
              </a:defRPr>
            </a:pPr>
            <a:r>
              <a:t>Debate: A formal contest of argument where opposing sides present views.</a:t>
            </a:r>
          </a:p>
          <a:p>
            <a:pPr>
              <a:defRPr sz="2000">
                <a:solidFill>
                  <a:srgbClr val="000000"/>
                </a:solidFill>
              </a:defRPr>
            </a:pPr>
            <a:r>
              <a:t>Discussion: An exchange of ideas to reach understanding or </a:t>
            </a:r>
            <a:r>
              <a:rPr/>
              <a:t>solutions</a:t>
            </a:r>
            <a:r>
              <a:rPr smtClean="0"/>
              <a:t>.</a:t>
            </a:r>
            <a:endParaRPr lang="en-US" dirty="0" smtClean="0"/>
          </a:p>
          <a:p>
            <a:pPr>
              <a:defRPr sz="2000">
                <a:solidFill>
                  <a:srgbClr val="000000"/>
                </a:solidFill>
              </a:defRPr>
            </a:pPr>
            <a:r>
              <a:rPr lang="en-US" sz="2000" dirty="0" smtClean="0"/>
              <a:t>A debate is a formal, structured contest between opposing sides, aiming to win an argument by persuading others with evidence and reasoning. In contrast, a discussion is a more informal and collaborative exchange of knowledge, ideas, and opinions, focused on achieving a mutual understanding and increasing clarity about a topic, rather than convincing others of a specific viewpoint.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endParaRPr/>
          </a:p>
          <a:p>
            <a:pPr>
              <a:defRPr sz="2000">
                <a:solidFill>
                  <a:srgbClr val="000000"/>
                </a:solidFill>
              </a:defRPr>
            </a:pPr>
            <a:r>
              <a:t>Debate: Persuade the audience, defend or oppose a motion, showcase reasoning and speaking skills.</a:t>
            </a:r>
          </a:p>
          <a:p>
            <a:pPr>
              <a:defRPr sz="2000">
                <a:solidFill>
                  <a:srgbClr val="000000"/>
                </a:solidFill>
              </a:defRPr>
            </a:pPr>
            <a:r>
              <a:t>Discussion: Share perspectives, build knowledge collectively, reach conclusions or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Debate</a:t>
            </a:r>
          </a:p>
        </p:txBody>
      </p:sp>
      <p:sp>
        <p:nvSpPr>
          <p:cNvPr id="3" name="Content Placeholder 2"/>
          <p:cNvSpPr>
            <a:spLocks noGrp="1"/>
          </p:cNvSpPr>
          <p:nvPr>
            <p:ph idx="1"/>
          </p:nvPr>
        </p:nvSpPr>
        <p:spPr/>
        <p:txBody>
          <a:bodyPr/>
          <a:lstStyle/>
          <a:p>
            <a:endParaRPr/>
          </a:p>
          <a:p>
            <a:pPr>
              <a:defRPr sz="2000">
                <a:solidFill>
                  <a:srgbClr val="000000"/>
                </a:solidFill>
              </a:defRPr>
            </a:pPr>
            <a:r>
              <a:t>Structured and time-bound</a:t>
            </a:r>
          </a:p>
          <a:p>
            <a:pPr>
              <a:defRPr sz="2000">
                <a:solidFill>
                  <a:srgbClr val="000000"/>
                </a:solidFill>
              </a:defRPr>
            </a:pPr>
            <a:r>
              <a:t>Clear sides: For &amp; Against</a:t>
            </a:r>
          </a:p>
          <a:p>
            <a:pPr>
              <a:defRPr sz="2000">
                <a:solidFill>
                  <a:srgbClr val="000000"/>
                </a:solidFill>
              </a:defRPr>
            </a:pPr>
            <a:r>
              <a:t>Competitive in nature</a:t>
            </a:r>
          </a:p>
          <a:p>
            <a:pPr>
              <a:defRPr sz="2000">
                <a:solidFill>
                  <a:srgbClr val="000000"/>
                </a:solidFill>
              </a:defRPr>
            </a:pPr>
            <a:r>
              <a:t>Judges or audience decide outcome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Discussion</a:t>
            </a:r>
          </a:p>
        </p:txBody>
      </p:sp>
      <p:sp>
        <p:nvSpPr>
          <p:cNvPr id="3" name="Content Placeholder 2"/>
          <p:cNvSpPr>
            <a:spLocks noGrp="1"/>
          </p:cNvSpPr>
          <p:nvPr>
            <p:ph idx="1"/>
          </p:nvPr>
        </p:nvSpPr>
        <p:spPr/>
        <p:txBody>
          <a:bodyPr/>
          <a:lstStyle/>
          <a:p>
            <a:endParaRPr/>
          </a:p>
          <a:p>
            <a:pPr>
              <a:defRPr sz="2000">
                <a:solidFill>
                  <a:srgbClr val="000000"/>
                </a:solidFill>
              </a:defRPr>
            </a:pPr>
            <a:r>
              <a:t>Open exchange of ideas</a:t>
            </a:r>
          </a:p>
          <a:p>
            <a:pPr>
              <a:defRPr sz="2000">
                <a:solidFill>
                  <a:srgbClr val="000000"/>
                </a:solidFill>
              </a:defRPr>
            </a:pPr>
            <a:r>
              <a:t>Collaborative, not competitive</a:t>
            </a:r>
          </a:p>
          <a:p>
            <a:pPr>
              <a:defRPr sz="2000">
                <a:solidFill>
                  <a:srgbClr val="000000"/>
                </a:solidFill>
              </a:defRPr>
            </a:pPr>
            <a:r>
              <a:t>No strict rules or time limits</a:t>
            </a:r>
          </a:p>
          <a:p>
            <a:pPr>
              <a:defRPr sz="2000">
                <a:solidFill>
                  <a:srgbClr val="000000"/>
                </a:solidFill>
              </a:defRPr>
            </a:pPr>
            <a:r>
              <a:t>Aims at problem-solving or understanding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Differences</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Goal</a:t>
            </a:r>
            <a:r>
              <a:rPr lang="en-US" b="1" dirty="0" smtClean="0"/>
              <a:t>:</a:t>
            </a:r>
            <a:endParaRPr lang="en-US" dirty="0" smtClean="0"/>
          </a:p>
          <a:p>
            <a:pPr fontAlgn="ctr"/>
            <a:r>
              <a:rPr lang="en-US" b="1" dirty="0" smtClean="0"/>
              <a:t>Debate:</a:t>
            </a:r>
            <a:r>
              <a:rPr lang="en-US" dirty="0" smtClean="0"/>
              <a:t> To win the argument and persuade the audience or opponents. </a:t>
            </a:r>
          </a:p>
          <a:p>
            <a:pPr fontAlgn="ctr"/>
            <a:r>
              <a:rPr lang="en-US" b="1" dirty="0" smtClean="0"/>
              <a:t>Discussion:</a:t>
            </a:r>
            <a:r>
              <a:rPr lang="en-US" dirty="0" smtClean="0"/>
              <a:t> To explore a topic, share perspectives, and gain deeper understanding collectively. </a:t>
            </a:r>
          </a:p>
          <a:p>
            <a:r>
              <a:rPr lang="en-US" b="1" dirty="0" smtClean="0"/>
              <a:t>Structure &amp; Format:</a:t>
            </a:r>
            <a:endParaRPr lang="en-US" dirty="0" smtClean="0"/>
          </a:p>
          <a:p>
            <a:pPr fontAlgn="ctr"/>
            <a:r>
              <a:rPr lang="en-US" b="1" dirty="0" smtClean="0"/>
              <a:t>Debate:</a:t>
            </a:r>
            <a:r>
              <a:rPr lang="en-US" dirty="0" smtClean="0"/>
              <a:t> Highly structured, with agreed-upon rules and defined roles for participants. </a:t>
            </a:r>
          </a:p>
          <a:p>
            <a:r>
              <a:rPr lang="en-US" b="1" dirty="0" smtClean="0"/>
              <a:t>Discussion:</a:t>
            </a:r>
            <a:r>
              <a:rPr lang="en-US" dirty="0" smtClean="0"/>
              <a:t> More informal and open, allowing for spontaneous contributions.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Differences</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b="1" dirty="0" smtClean="0"/>
              <a:t>Approach:</a:t>
            </a:r>
            <a:endParaRPr lang="en-US" dirty="0" smtClean="0"/>
          </a:p>
          <a:p>
            <a:pPr fontAlgn="ctr"/>
            <a:r>
              <a:rPr lang="en-US" b="1" dirty="0" smtClean="0"/>
              <a:t>Debate:</a:t>
            </a:r>
            <a:r>
              <a:rPr lang="en-US" dirty="0" smtClean="0"/>
              <a:t> Involves adversarial stances, arguing for and against a specific topic. </a:t>
            </a:r>
          </a:p>
          <a:p>
            <a:pPr fontAlgn="ctr"/>
            <a:r>
              <a:rPr lang="en-US" b="1" dirty="0" smtClean="0"/>
              <a:t>Discussion:</a:t>
            </a:r>
            <a:r>
              <a:rPr lang="en-US" dirty="0" smtClean="0"/>
              <a:t> Collaborative and open-ended, with participants contributing to a broader pool of ideas. </a:t>
            </a:r>
          </a:p>
          <a:p>
            <a:r>
              <a:rPr lang="en-US" b="1" dirty="0" smtClean="0"/>
              <a:t>Outcome:</a:t>
            </a:r>
            <a:endParaRPr lang="en-US" dirty="0" smtClean="0"/>
          </a:p>
          <a:p>
            <a:pPr fontAlgn="ctr"/>
            <a:r>
              <a:rPr lang="en-US" b="1" dirty="0" smtClean="0"/>
              <a:t>Debate:</a:t>
            </a:r>
            <a:r>
              <a:rPr lang="en-US" dirty="0" smtClean="0"/>
              <a:t> Success is measured by convincing others of a particular position. </a:t>
            </a:r>
          </a:p>
          <a:p>
            <a:r>
              <a:rPr lang="en-US" b="1" dirty="0" smtClean="0"/>
              <a:t>Discussion:</a:t>
            </a:r>
            <a:r>
              <a:rPr lang="en-US" dirty="0" smtClean="0"/>
              <a:t> Success is seen in increased knowledge and greater understanding, even if viewpoints don't change.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Debate vs Discussion (Comparison)</a:t>
            </a:r>
          </a:p>
        </p:txBody>
      </p:sp>
      <p:sp>
        <p:nvSpPr>
          <p:cNvPr id="3" name="Content Placeholder 2"/>
          <p:cNvSpPr>
            <a:spLocks noGrp="1"/>
          </p:cNvSpPr>
          <p:nvPr>
            <p:ph idx="1"/>
          </p:nvPr>
        </p:nvSpPr>
        <p:spPr/>
        <p:txBody>
          <a:bodyPr/>
          <a:lstStyle/>
          <a:p>
            <a:endParaRPr/>
          </a:p>
          <a:p>
            <a:pPr>
              <a:defRPr sz="2000">
                <a:solidFill>
                  <a:srgbClr val="000000"/>
                </a:solidFill>
              </a:defRPr>
            </a:pPr>
            <a:r>
              <a:t>Nature: Debate – Competitive | Discussion – Collaborative</a:t>
            </a:r>
          </a:p>
          <a:p>
            <a:pPr>
              <a:defRPr sz="2000">
                <a:solidFill>
                  <a:srgbClr val="000000"/>
                </a:solidFill>
              </a:defRPr>
            </a:pPr>
            <a:r>
              <a:t>Purpose: Debate – Win an argument | Discussion – Share &amp; learn</a:t>
            </a:r>
          </a:p>
          <a:p>
            <a:pPr>
              <a:defRPr sz="2000">
                <a:solidFill>
                  <a:srgbClr val="000000"/>
                </a:solidFill>
              </a:defRPr>
            </a:pPr>
            <a:r>
              <a:t>Participants: Debate – Opponents | Discussion – Group members</a:t>
            </a:r>
          </a:p>
          <a:p>
            <a:pPr>
              <a:defRPr sz="2000">
                <a:solidFill>
                  <a:srgbClr val="000000"/>
                </a:solidFill>
              </a:defRPr>
            </a:pPr>
            <a:r>
              <a:t>Outcome: Debate – Decision/judgment | Discussion – Understanding/solution</a:t>
            </a:r>
          </a:p>
          <a:p>
            <a:pPr>
              <a:defRPr sz="2000">
                <a:solidFill>
                  <a:srgbClr val="000000"/>
                </a:solidFill>
              </a:defRPr>
            </a:pPr>
            <a:r>
              <a:t>Rules: Debate – Formal, structured | Discussion – Informal, flexible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a:t>
            </a:r>
          </a:p>
        </p:txBody>
      </p:sp>
      <p:sp>
        <p:nvSpPr>
          <p:cNvPr id="3" name="Content Placeholder 2"/>
          <p:cNvSpPr>
            <a:spLocks noGrp="1"/>
          </p:cNvSpPr>
          <p:nvPr>
            <p:ph idx="1"/>
          </p:nvPr>
        </p:nvSpPr>
        <p:spPr/>
        <p:txBody>
          <a:bodyPr/>
          <a:lstStyle/>
          <a:p>
            <a:endParaRPr/>
          </a:p>
          <a:p>
            <a:pPr>
              <a:defRPr sz="2000">
                <a:solidFill>
                  <a:srgbClr val="000000"/>
                </a:solidFill>
              </a:defRPr>
            </a:pPr>
            <a:r>
              <a:t>Debate: Develops critical thinking, public speaking, persuasion skills.</a:t>
            </a:r>
          </a:p>
          <a:p>
            <a:pPr>
              <a:defRPr sz="2000">
                <a:solidFill>
                  <a:srgbClr val="000000"/>
                </a:solidFill>
              </a:defRPr>
            </a:pPr>
            <a:r>
              <a:t>Discussion: Improves teamwork, cooperation, and </a:t>
            </a:r>
            <a:r>
              <a:rPr/>
              <a:t>decision-making</a:t>
            </a:r>
            <a:r>
              <a:rPr smtClean="0"/>
              <a:t>.</a:t>
            </a:r>
            <a:endParaRPr lang="en-US" dirty="0" smtClean="0"/>
          </a:p>
          <a:p>
            <a:pPr>
              <a:defRPr sz="2000">
                <a:solidFill>
                  <a:srgbClr val="000000"/>
                </a:solidFill>
              </a:defRPr>
            </a:pPr>
            <a:endParaRPr lang="en-US" dirty="0" smtClean="0"/>
          </a:p>
          <a:p>
            <a:pPr>
              <a:defRPr sz="2000">
                <a:solidFill>
                  <a:srgbClr val="000000"/>
                </a:solidFill>
              </a:defRPr>
            </a:pPr>
            <a:r>
              <a:rPr lang="en-US" sz="2000" dirty="0" smtClean="0"/>
              <a:t>Debates and discussions are crucial for enhancing critical thinking, communication skills, self-confidence, and teamwork. They foster a broader knowledge base, allow for the exploration of diverse perspectives, and help develop persuasive arguments and strong leadership skills. Participating in debates also improves public speaking abilities, encourages logical thinking, and provides a healthy way to resolve conflicts by examining different viewpoints.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Benefits:</a:t>
            </a:r>
          </a:p>
        </p:txBody>
      </p:sp>
      <p:sp>
        <p:nvSpPr>
          <p:cNvPr id="3" name="Content Placeholder 2"/>
          <p:cNvSpPr>
            <a:spLocks noGrp="1"/>
          </p:cNvSpPr>
          <p:nvPr>
            <p:ph idx="1"/>
          </p:nvPr>
        </p:nvSpPr>
        <p:spPr/>
        <p:txBody>
          <a:bodyPr>
            <a:normAutofit fontScale="85000" lnSpcReduction="20000"/>
          </a:bodyPr>
          <a:lstStyle/>
          <a:p>
            <a:r>
              <a:rPr lang="en-US" b="1" dirty="0" smtClean="0"/>
              <a:t>Enhanced </a:t>
            </a:r>
            <a:r>
              <a:rPr lang="en-US" b="1" dirty="0" smtClean="0"/>
              <a:t>Critical Thinking and Reasoning:</a:t>
            </a:r>
            <a:r>
              <a:rPr lang="en-US" dirty="0" smtClean="0"/>
              <a:t> </a:t>
            </a:r>
          </a:p>
          <a:p>
            <a:pPr fontAlgn="ctr"/>
            <a:r>
              <a:rPr lang="en-US" dirty="0" smtClean="0"/>
              <a:t>Debates force participants to analyze information, identify weaknesses in arguments, and think on their feet. </a:t>
            </a:r>
          </a:p>
          <a:p>
            <a:r>
              <a:rPr lang="en-US" b="1" dirty="0" smtClean="0"/>
              <a:t>Improved Communication Skills:</a:t>
            </a:r>
            <a:r>
              <a:rPr lang="en-US" dirty="0" smtClean="0"/>
              <a:t> </a:t>
            </a:r>
          </a:p>
          <a:p>
            <a:pPr fontAlgn="ctr"/>
            <a:r>
              <a:rPr lang="en-US" dirty="0" smtClean="0"/>
              <a:t>Participants learn to articulate their thoughts clearly, structure arguments logically, and use persuasive language effectively. </a:t>
            </a:r>
          </a:p>
          <a:p>
            <a:r>
              <a:rPr lang="en-US" b="1" dirty="0" smtClean="0"/>
              <a:t>Increased Confidence and Self-Esteem:</a:t>
            </a:r>
            <a:r>
              <a:rPr lang="en-US" dirty="0" smtClean="0"/>
              <a:t> </a:t>
            </a:r>
          </a:p>
          <a:p>
            <a:pPr fontAlgn="ctr"/>
            <a:r>
              <a:rPr lang="en-US" dirty="0" smtClean="0"/>
              <a:t>Presenting ideas in front of an audience builds confidence and helps develop independent and innovative thinking. </a:t>
            </a:r>
          </a:p>
          <a:p>
            <a:r>
              <a:rPr lang="en-US" b="1" dirty="0" smtClean="0"/>
              <a:t>Broader Knowledge and Perspective:</a:t>
            </a:r>
            <a:r>
              <a:rPr lang="en-US" dirty="0" smtClean="0"/>
              <a:t> </a:t>
            </a:r>
          </a:p>
          <a:p>
            <a:r>
              <a:rPr lang="en-US" dirty="0" smtClean="0"/>
              <a:t>Debates expose individuals to different subjects and viewpoints, expanding their understanding of current affairs and complex issues.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Benefits:</a:t>
            </a:r>
          </a:p>
        </p:txBody>
      </p:sp>
      <p:sp>
        <p:nvSpPr>
          <p:cNvPr id="3" name="Content Placeholder 2"/>
          <p:cNvSpPr>
            <a:spLocks noGrp="1"/>
          </p:cNvSpPr>
          <p:nvPr>
            <p:ph idx="1"/>
          </p:nvPr>
        </p:nvSpPr>
        <p:spPr/>
        <p:txBody>
          <a:bodyPr>
            <a:normAutofit fontScale="85000" lnSpcReduction="20000"/>
          </a:bodyPr>
          <a:lstStyle/>
          <a:p>
            <a:r>
              <a:rPr lang="en-US" b="1" dirty="0" smtClean="0"/>
              <a:t>Development of Collaboration and Teamwork:</a:t>
            </a:r>
            <a:r>
              <a:rPr lang="en-US" dirty="0" smtClean="0"/>
              <a:t> </a:t>
            </a:r>
          </a:p>
          <a:p>
            <a:pPr fontAlgn="ctr"/>
            <a:r>
              <a:rPr lang="en-US" dirty="0" smtClean="0"/>
              <a:t>Working in groups to develop and present arguments strengthens teamwork and collaboration skills. </a:t>
            </a:r>
          </a:p>
          <a:p>
            <a:r>
              <a:rPr lang="en-US" b="1" dirty="0" smtClean="0"/>
              <a:t>Better Listening Skills:</a:t>
            </a:r>
            <a:r>
              <a:rPr lang="en-US" dirty="0" smtClean="0"/>
              <a:t> </a:t>
            </a:r>
          </a:p>
          <a:p>
            <a:pPr fontAlgn="ctr"/>
            <a:r>
              <a:rPr lang="en-US" dirty="0" smtClean="0"/>
              <a:t>Active listening is essential to understand opposing viewpoints and formulate effective rebuttals, which is a core aspect of debate. </a:t>
            </a:r>
          </a:p>
          <a:p>
            <a:r>
              <a:rPr lang="en-US" b="1" dirty="0" smtClean="0"/>
              <a:t>Problem-Solving and Strategic Thinking:</a:t>
            </a:r>
            <a:r>
              <a:rPr lang="en-US" dirty="0" smtClean="0"/>
              <a:t> </a:t>
            </a:r>
          </a:p>
          <a:p>
            <a:pPr fontAlgn="ctr"/>
            <a:r>
              <a:rPr lang="en-US" dirty="0" smtClean="0"/>
              <a:t>Debaters must anticipate counterarguments, strategize, and develop creative solutions to complex problems. </a:t>
            </a:r>
          </a:p>
          <a:p>
            <a:r>
              <a:rPr lang="en-US" b="1" dirty="0" smtClean="0"/>
              <a:t>Personal and Academic Growth:</a:t>
            </a:r>
            <a:r>
              <a:rPr lang="en-US" dirty="0" smtClean="0"/>
              <a:t> </a:t>
            </a:r>
          </a:p>
          <a:p>
            <a:r>
              <a:rPr lang="en-US" dirty="0" smtClean="0"/>
              <a:t>Debates contribute to overall personal development, leading to greater empowerment and a more active, informed citizenry.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to Use Which</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Use </a:t>
            </a:r>
            <a:r>
              <a:rPr lang="en-US" b="1" dirty="0" smtClean="0"/>
              <a:t>Debate:</a:t>
            </a:r>
            <a:r>
              <a:rPr lang="en-US" dirty="0" smtClean="0"/>
              <a:t> </a:t>
            </a:r>
          </a:p>
          <a:p>
            <a:pPr fontAlgn="ctr"/>
            <a:r>
              <a:rPr lang="en-US" dirty="0" smtClean="0"/>
              <a:t>When you need to thoroughly explore and argue opposing viewpoints on a controversial topic to reach a definitive conclusion. </a:t>
            </a:r>
          </a:p>
          <a:p>
            <a:r>
              <a:rPr lang="en-US" b="1" dirty="0" smtClean="0"/>
              <a:t>Use Discussion:</a:t>
            </a:r>
            <a:r>
              <a:rPr lang="en-US" dirty="0" smtClean="0"/>
              <a:t> </a:t>
            </a:r>
          </a:p>
          <a:p>
            <a:r>
              <a:rPr lang="en-US" dirty="0" smtClean="0"/>
              <a:t>When you want to encourage creative thinking, foster mutual understanding, and learn from diverse perspectives on a given subject.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84743" y="451693"/>
            <a:ext cx="7711806" cy="6037242"/>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endParaRPr/>
          </a:p>
          <a:p>
            <a:pPr>
              <a:defRPr sz="2000">
                <a:solidFill>
                  <a:srgbClr val="000000"/>
                </a:solidFill>
              </a:defRPr>
            </a:pPr>
            <a:r>
              <a:t>Both are valuable communication tools.</a:t>
            </a:r>
          </a:p>
          <a:p>
            <a:pPr>
              <a:defRPr sz="2000">
                <a:solidFill>
                  <a:srgbClr val="000000"/>
                </a:solidFill>
              </a:defRPr>
            </a:pPr>
            <a:r>
              <a:t>Debate sharpens arguments, while discussion builds understanding.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endParaRPr/>
          </a:p>
          <a:p>
            <a:pPr>
              <a:defRPr sz="2000">
                <a:solidFill>
                  <a:srgbClr val="000000"/>
                </a:solidFill>
              </a:defRPr>
            </a:pPr>
            <a:r>
              <a: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TotalTime>
  <Words>279</Words>
  <Application>Microsoft Macintosh PowerPoint</Application>
  <PresentationFormat>On-screen Show (4:3)</PresentationFormat>
  <Paragraphs>80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Debate and Discussion</vt:lpstr>
      <vt:lpstr>Introduction</vt:lpstr>
      <vt:lpstr>Objectives</vt:lpstr>
      <vt:lpstr>Key Features of Debate</vt:lpstr>
      <vt:lpstr>Key Features of Discussion</vt:lpstr>
      <vt:lpstr>Key Differences </vt:lpstr>
      <vt:lpstr>Key Differences </vt:lpstr>
      <vt:lpstr>Debate vs Discussion (Comparison)</vt:lpstr>
      <vt:lpstr>Importance</vt:lpstr>
      <vt:lpstr>Key Benefits:</vt:lpstr>
      <vt:lpstr>Key Benefits:</vt:lpstr>
      <vt:lpstr>When to Use Which </vt:lpstr>
      <vt:lpstr>Slide 13</vt:lpstr>
      <vt:lpstr>Conclusion</vt:lpstr>
      <vt:lpstr>Thank You</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Debate and Discussion</dc:title>
  <dc:creator>hod</dc:creator>
  <dc:description>generated using python-pptx</dc:description>
  <cp:lastModifiedBy>hod</cp:lastModifiedBy>
  <cp:revision>4</cp:revision>
  <dcterms:created xsi:type="dcterms:W3CDTF">2013-01-27T09:14:16Z</dcterms:created>
  <dcterms:modified xsi:type="dcterms:W3CDTF">2025-09-23T10:43:41Z</dcterms:modified>
</cp:coreProperties>
</file>