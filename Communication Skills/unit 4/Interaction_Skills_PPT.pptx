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6" r:id="rId3"/>
    <p:sldId id="270" r:id="rId4"/>
    <p:sldId id="271" r:id="rId5"/>
    <p:sldId id="272" r:id="rId6"/>
    <p:sldId id="267" r:id="rId7"/>
    <p:sldId id="268" r:id="rId8"/>
    <p:sldId id="269" r:id="rId9"/>
    <p:sldId id="260" r:id="rId10"/>
    <p:sldId id="261" r:id="rId11"/>
    <p:sldId id="262" r:id="rId12"/>
    <p:sldId id="263" r:id="rId13"/>
    <p:sldId id="264" r:id="rId14"/>
    <p:sldId id="265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-109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Interaction Skills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The Key to Effective Communication &amp; Relationships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Interaction skills</a:t>
            </a:r>
            <a:r>
              <a:rPr lang="en-US" dirty="0"/>
              <a:t> refer to the abilities and techniques used to effectively communicate, both verbally and non-verbally, in various social contexts. These skills are essential for building and maintaining relationships, expressing thoughts clearly, and understanding others </a:t>
            </a:r>
            <a:r>
              <a:rPr lang="en-US" dirty="0" err="1"/>
              <a:t>better.An</a:t>
            </a:r>
            <a:r>
              <a:rPr lang="en-US"/>
              <a:t> individual with strong interaction skills can engage in conversations that promote mutual understanding and respect.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000000"/>
                </a:solidFill>
              </a:defRPr>
            </a:pPr>
            <a:r>
              <a:t>Interaction skills are the abilities that help individuals communicate, connect, and collaborate effectively.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Important in personal, academic, and professional life.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000000"/>
                </a:solidFill>
              </a:defRPr>
            </a:pPr>
            <a:r>
              <a:t>Verbal Communication (clarity, tone, vocabulary)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Non-Verbal Communication (body language, eye contact, gestures)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Listening Skills (active, empathetic)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Feedback &amp; Response (constructive, respectful)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Interaction 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000000"/>
                </a:solidFill>
              </a:defRPr>
            </a:pPr>
            <a:r>
              <a:t>Interpersonal Skills – one-to-one communication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Group Communication – teamwork, collaboration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Public Interaction – presentations, meetings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Characteristics of Interaction Skills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The characteristics of </a:t>
            </a:r>
            <a:r>
              <a:rPr lang="en-US" b="1" dirty="0" smtClean="0"/>
              <a:t>interaction skills</a:t>
            </a:r>
            <a:r>
              <a:rPr lang="en-US" dirty="0" smtClean="0"/>
              <a:t> can be categorized into several key areas. Developing these skills can greatly enhance your ability to connect with others and navigate different social situations effectively.</a:t>
            </a:r>
          </a:p>
          <a:p>
            <a:r>
              <a:rPr lang="en-US" b="1" dirty="0" smtClean="0"/>
              <a:t>Active Listening:</a:t>
            </a:r>
            <a:r>
              <a:rPr lang="en-US" dirty="0" smtClean="0"/>
              <a:t> This involves fully concentrating, understanding, and responding to what the other person is saying.</a:t>
            </a:r>
          </a:p>
          <a:p>
            <a:r>
              <a:rPr lang="en-US" b="1" dirty="0" smtClean="0"/>
              <a:t>Empathy:</a:t>
            </a:r>
            <a:r>
              <a:rPr lang="en-US" dirty="0" smtClean="0"/>
              <a:t> The ability to understand and share the feelings of another, which helps in creating a deeper connection.</a:t>
            </a:r>
          </a:p>
          <a:p>
            <a:r>
              <a:rPr lang="en-US" b="1" dirty="0" smtClean="0"/>
              <a:t>Clarity and Conciseness:</a:t>
            </a:r>
            <a:r>
              <a:rPr lang="en-US" dirty="0" smtClean="0"/>
              <a:t> Speaking in a clear and direct manner to avoid misunderstandings.</a:t>
            </a:r>
          </a:p>
          <a:p>
            <a:r>
              <a:rPr lang="en-US" b="1" dirty="0" smtClean="0"/>
              <a:t>Non-verbal Communication:</a:t>
            </a:r>
            <a:r>
              <a:rPr lang="en-US" dirty="0" smtClean="0"/>
              <a:t> Body language, facial expressions, and tone of voice play significant roles in communication.</a:t>
            </a:r>
          </a:p>
          <a:p>
            <a:r>
              <a:rPr lang="en-US" b="1" dirty="0" smtClean="0"/>
              <a:t>Adaptability:</a:t>
            </a:r>
            <a:r>
              <a:rPr lang="en-US" dirty="0" smtClean="0"/>
              <a:t> Adjusting your communication style to suit different situations and audiences.</a:t>
            </a:r>
          </a:p>
          <a:p>
            <a:r>
              <a:rPr lang="en-US" dirty="0" smtClean="0"/>
              <a:t>Incorporating these characteristics into daily interactions can significantly improve your communication skills.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Techniques for Improving Interaction Skills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Improving </a:t>
            </a:r>
            <a:r>
              <a:rPr lang="en-US" b="1" dirty="0" smtClean="0"/>
              <a:t>interaction skills</a:t>
            </a:r>
            <a:r>
              <a:rPr lang="en-US" dirty="0" smtClean="0"/>
              <a:t> is essential for </a:t>
            </a:r>
            <a:r>
              <a:rPr lang="en-US" b="1" dirty="0" smtClean="0"/>
              <a:t>effective communication</a:t>
            </a:r>
            <a:r>
              <a:rPr lang="en-US" dirty="0" smtClean="0"/>
              <a:t> and relationship-building. Various techniques can help you develop these skills, ranging from active listening to adaptive communication methods. These skills are not inherent; they can be learned and refined with practice.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Practical Exercises for Interaction Skills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Engaging in practical exercises can significantly enhance your </a:t>
            </a:r>
            <a:r>
              <a:rPr lang="en-US" b="1" dirty="0" smtClean="0"/>
              <a:t>interaction skills</a:t>
            </a:r>
            <a:r>
              <a:rPr lang="en-US" dirty="0" smtClean="0"/>
              <a:t>. Below are some exercises you can try:</a:t>
            </a:r>
          </a:p>
          <a:p>
            <a:r>
              <a:rPr lang="en-US" b="1" dirty="0" smtClean="0"/>
              <a:t>Role-playing:</a:t>
            </a:r>
            <a:r>
              <a:rPr lang="en-US" dirty="0" smtClean="0"/>
              <a:t> Practice different social scenarios with a friend or classmate. This can help you better understand how to respond in real-life situations.</a:t>
            </a:r>
          </a:p>
          <a:p>
            <a:r>
              <a:rPr lang="en-US" b="1" dirty="0" smtClean="0"/>
              <a:t>Feedback Sessions:</a:t>
            </a:r>
            <a:r>
              <a:rPr lang="en-US" dirty="0" smtClean="0"/>
              <a:t> After a conversation, ask for feedback on your communication style and areas for improvement.</a:t>
            </a:r>
          </a:p>
          <a:p>
            <a:r>
              <a:rPr lang="en-US" b="1" dirty="0" smtClean="0"/>
              <a:t>Mindful Observation:</a:t>
            </a:r>
            <a:r>
              <a:rPr lang="en-US" dirty="0" smtClean="0"/>
              <a:t> Observe others' interactions and take note of effective </a:t>
            </a:r>
            <a:r>
              <a:rPr lang="en-US" b="1" dirty="0" smtClean="0"/>
              <a:t>communication techniques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Listening Drills:</a:t>
            </a:r>
            <a:r>
              <a:rPr lang="en-US" dirty="0" smtClean="0"/>
              <a:t> Engage in exercises where you focus solely on listening, avoiding any interruptions.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000000"/>
                </a:solidFill>
              </a:defRPr>
            </a:pPr>
            <a:r>
              <a:t>Builds strong relationships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Increases confidence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Enhances teamwork &amp; leadership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Helps resolve conflicts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Barriers to Effective Interaction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000000"/>
                </a:solidFill>
              </a:defRPr>
            </a:pPr>
            <a:r>
              <a:t>Poor listening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Negative body language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Language barriers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Interruptions / distractions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Lack of empathy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How to Improve Interaction 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000000"/>
                </a:solidFill>
              </a:defRPr>
            </a:pPr>
            <a:r>
              <a:t>Practice active listening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Maintain open body language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Be clear &amp; concise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Show empathy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Give &amp; accept feedback positively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Real-Life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000000"/>
                </a:solidFill>
              </a:defRPr>
            </a:pPr>
            <a:r>
              <a:t>Classroom discussions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Workplace meetings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Interviews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Social interactions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000000"/>
                </a:solidFill>
              </a:defRPr>
            </a:pPr>
            <a:r>
              <a:t>Good interaction skills are the foundation of personal and professional success.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6</TotalTime>
  <Words>198</Words>
  <Application>Microsoft Macintosh PowerPoint</Application>
  <PresentationFormat>On-screen Show (4:3)</PresentationFormat>
  <Paragraphs>63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Flow</vt:lpstr>
      <vt:lpstr>Interaction Skills</vt:lpstr>
      <vt:lpstr>Slide 2</vt:lpstr>
      <vt:lpstr>Slide 3</vt:lpstr>
      <vt:lpstr>Key Components</vt:lpstr>
      <vt:lpstr>Types of Interaction Skills</vt:lpstr>
      <vt:lpstr>Characteristics of Interaction Skills </vt:lpstr>
      <vt:lpstr>Techniques for Improving Interaction Skills </vt:lpstr>
      <vt:lpstr>Practical Exercises for Interaction Skills </vt:lpstr>
      <vt:lpstr>Importance</vt:lpstr>
      <vt:lpstr>Barriers to Effective Interaction</vt:lpstr>
      <vt:lpstr>How to Improve Interaction Skills</vt:lpstr>
      <vt:lpstr>Real-Life Examples</vt:lpstr>
      <vt:lpstr>Conclusion</vt:lpstr>
      <vt:lpstr>Thank You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Interaction Skills</dc:title>
  <dc:creator>hod</dc:creator>
  <dc:description>generated using python-pptx</dc:description>
  <cp:lastModifiedBy>hod</cp:lastModifiedBy>
  <cp:revision>4</cp:revision>
  <dcterms:created xsi:type="dcterms:W3CDTF">2013-01-27T09:14:16Z</dcterms:created>
  <dcterms:modified xsi:type="dcterms:W3CDTF">2025-11-18T07:41:58Z</dcterms:modified>
</cp:coreProperties>
</file>