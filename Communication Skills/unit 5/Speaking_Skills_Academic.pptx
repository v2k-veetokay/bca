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Speaking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Meaning, Elements, Importance, </a:t>
            </a:r>
            <a:r>
              <a:rPr/>
              <a:t>and </a:t>
            </a:r>
            <a:r>
              <a:rPr smtClean="0"/>
              <a:t>Types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Speaking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Speaking skills refer to the ability to express thoughts, ideas, and feelings effectively through spoken language. It involves using appropriate vocabulary, tone, fluency, and nonverbal cues.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Elements of Speaking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Pronunciation – Correct articulation of words.</a:t>
            </a:r>
          </a:p>
          <a:p>
            <a:pPr>
              <a:defRPr sz="2000"/>
            </a:pPr>
            <a:r>
              <a:t>• Vocabulary – Use suitable and rich words.</a:t>
            </a:r>
          </a:p>
          <a:p>
            <a:pPr>
              <a:defRPr sz="2000"/>
            </a:pPr>
            <a:r>
              <a:t>• Grammar – Correct sentence structure.</a:t>
            </a:r>
          </a:p>
          <a:p>
            <a:pPr>
              <a:defRPr sz="2000"/>
            </a:pPr>
            <a:r>
              <a:t>• Fluency – Smooth and natural flow.</a:t>
            </a:r>
          </a:p>
          <a:p>
            <a:pPr>
              <a:defRPr sz="2000"/>
            </a:pPr>
            <a:r>
              <a:t>• Clarity – Clear expression of ideas.</a:t>
            </a:r>
          </a:p>
          <a:p>
            <a:pPr>
              <a:defRPr sz="2000"/>
            </a:pPr>
            <a:r>
              <a:t>• Confidence – Self-assured tone and body language.</a:t>
            </a:r>
          </a:p>
          <a:p>
            <a:pPr>
              <a:defRPr sz="2000"/>
            </a:pPr>
            <a:r>
              <a:t>• Audience Awareness – Adjust speech for listeners.</a:t>
            </a:r>
          </a:p>
          <a:p>
            <a:pPr>
              <a:defRPr sz="2000"/>
            </a:pPr>
            <a:r>
              <a:t>• Non-verbal Cues – Effective gestures, expressions, eye contact.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Speaking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Enhances Communication – Convey ideas clearly.</a:t>
            </a:r>
          </a:p>
          <a:p>
            <a:pPr>
              <a:defRPr sz="2000"/>
            </a:pPr>
            <a:r>
              <a:t>• Builds Confidence – Improves self-expression.</a:t>
            </a:r>
          </a:p>
          <a:p>
            <a:pPr>
              <a:defRPr sz="2000"/>
            </a:pPr>
            <a:r>
              <a:t>• Academic Success – Key in seminars, presentations.</a:t>
            </a:r>
          </a:p>
          <a:p>
            <a:pPr>
              <a:defRPr sz="2000"/>
            </a:pPr>
            <a:r>
              <a:t>• Professional Growth – Essential for interviews and teamwork.</a:t>
            </a:r>
          </a:p>
          <a:p>
            <a:pPr>
              <a:defRPr sz="2000"/>
            </a:pPr>
            <a:r>
              <a:t>• Strengthens Relationships – Promotes understanding.</a:t>
            </a:r>
          </a:p>
          <a:p>
            <a:pPr>
              <a:defRPr sz="2000"/>
            </a:pPr>
            <a:r>
              <a:t>• Supports Persuasion – Vital in debates and public speaking.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Speaking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Informative Speaking – Sharing information or explaining concepts.</a:t>
            </a:r>
          </a:p>
          <a:p>
            <a:pPr>
              <a:defRPr sz="2000"/>
            </a:pPr>
            <a:r>
              <a:t>• Persuasive Speaking – Convincing audience to accept ideas.</a:t>
            </a:r>
          </a:p>
          <a:p>
            <a:pPr>
              <a:defRPr sz="2000"/>
            </a:pPr>
            <a:r>
              <a:t>• Entertaining Speaking – Engaging through humor or storytelling.</a:t>
            </a:r>
          </a:p>
          <a:p>
            <a:pPr>
              <a:defRPr sz="2000"/>
            </a:pPr>
            <a:r>
              <a:t>• Ceremonial Speaking – Formal occasions, speeches, vote of thanks.</a:t>
            </a:r>
          </a:p>
          <a:p>
            <a:pPr>
              <a:defRPr sz="2000"/>
            </a:pPr>
            <a:r>
              <a:t>• Extempore Speaking – Spontaneous speaking without preparation.</a:t>
            </a:r>
          </a:p>
          <a:p>
            <a:pPr>
              <a:defRPr sz="2000"/>
            </a:pPr>
            <a:r>
              <a:t>• Group Discussion – Interactive idea exchange and teamwork.</a:t>
            </a:r>
          </a:p>
          <a:p>
            <a:pPr>
              <a:defRPr sz="2000"/>
            </a:pPr>
            <a:r>
              <a:t>• Public Speaking – Addressing a large audience formally or informally.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Meaning – Expressing thoughts effectively through speech.</a:t>
            </a:r>
          </a:p>
          <a:p>
            <a:pPr>
              <a:defRPr sz="2000"/>
            </a:pPr>
            <a:r>
              <a:t>Elements – Pronunciation, vocabulary, grammar, fluency, confidence, etc.</a:t>
            </a:r>
          </a:p>
          <a:p>
            <a:pPr>
              <a:defRPr sz="2000"/>
            </a:pPr>
            <a:r>
              <a:t>Importance – Builds communication, confidence, and career success.</a:t>
            </a:r>
          </a:p>
          <a:p>
            <a:pPr>
              <a:defRPr sz="2000"/>
            </a:pPr>
            <a:r>
              <a:t>Types – Informative, Persuasive, Entertaining, Ceremonial, Extempore,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</TotalTime>
  <Words>303</Words>
  <Application>Microsoft Macintosh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Flow</vt:lpstr>
      <vt:lpstr>Speaking Skills</vt:lpstr>
      <vt:lpstr>Meaning of Speaking Skills</vt:lpstr>
      <vt:lpstr>Elements of Speaking Skills</vt:lpstr>
      <vt:lpstr>Importance of Speaking Skills</vt:lpstr>
      <vt:lpstr>Types of Speaking</vt:lpstr>
      <vt:lpstr>Summary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Speaking Skills</dc:title>
  <dc:creator>hod</dc:creator>
  <dc:description>generated using python-pptx</dc:description>
  <cp:lastModifiedBy>hod</cp:lastModifiedBy>
  <cp:revision>2</cp:revision>
  <dcterms:created xsi:type="dcterms:W3CDTF">2013-01-27T09:14:16Z</dcterms:created>
  <dcterms:modified xsi:type="dcterms:W3CDTF">2025-10-25T07:10:53Z</dcterms:modified>
</cp:coreProperties>
</file>