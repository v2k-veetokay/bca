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Oral Presentation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Oral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Oral presentation is the process of communicating information, ideas, or arguments to an audience through spoken words.</a:t>
            </a:r>
          </a:p>
          <a:p>
            <a:r>
              <a:t>• It combines speech, visuals, and non-verbal cues to convey a message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Objectives of an Oral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inform the audience</a:t>
            </a:r>
          </a:p>
          <a:p>
            <a:r>
              <a:t>• To persuade or influence opinions</a:t>
            </a:r>
          </a:p>
          <a:p>
            <a:r>
              <a:t>• To educate or share knowledge</a:t>
            </a:r>
          </a:p>
          <a:p>
            <a:r>
              <a:t>• To entertain and engage listeners</a:t>
            </a:r>
          </a:p>
          <a:p>
            <a:r>
              <a:t>• To motivate or inspire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Features of a Good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structure (Introduction–Body–Conclusion)</a:t>
            </a:r>
          </a:p>
          <a:p>
            <a:r>
              <a:t>• Logical flow of ideas</a:t>
            </a:r>
          </a:p>
          <a:p>
            <a:r>
              <a:t>• Effective use of visual aids</a:t>
            </a:r>
          </a:p>
          <a:p>
            <a:r>
              <a:t>• Confident and engaging delivery</a:t>
            </a:r>
          </a:p>
          <a:p>
            <a:r>
              <a:t>• Appropriate language and tone</a:t>
            </a:r>
          </a:p>
          <a:p>
            <a:r>
              <a:t>• Audience interaction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Oral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Informative Presentation – shares knowledge or facts</a:t>
            </a:r>
          </a:p>
          <a:p>
            <a:r>
              <a:t>2. Persuasive Presentation – aims to convince or influence</a:t>
            </a:r>
          </a:p>
          <a:p>
            <a:r>
              <a:t>3. Demonstrative Presentation – shows how to do something</a:t>
            </a:r>
          </a:p>
          <a:p>
            <a:r>
              <a:t>4. Inspirational Presentation – motivates or inspires action</a:t>
            </a:r>
          </a:p>
          <a:p>
            <a:r>
              <a:t>5. Business/Academic Presentation – reports, proposals, seminars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Steps for Effective Oral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 and understand the topic</a:t>
            </a:r>
          </a:p>
          <a:p>
            <a:r>
              <a:t>2. Analyze the audience</a:t>
            </a:r>
          </a:p>
          <a:p>
            <a:r>
              <a:t>3. Plan and organize content</a:t>
            </a:r>
          </a:p>
          <a:p>
            <a:r>
              <a:t>4. Prepare visual aids</a:t>
            </a:r>
          </a:p>
          <a:p>
            <a:r>
              <a:t>5. Rehearse thoroughly</a:t>
            </a:r>
          </a:p>
          <a:p>
            <a:r>
              <a:t>6. Deliver confidently</a:t>
            </a:r>
          </a:p>
          <a:p>
            <a:r>
              <a:t>7. Handle questions effectively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Verbal and Non-Verbal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Verbal: Clarity, tone, pace, pronunciation, vocabulary</a:t>
            </a:r>
          </a:p>
          <a:p>
            <a:r>
              <a:t>Non-Verbal: Eye contact, gestures, posture, facial expressions, body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Visual Aids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PowerPoint slides</a:t>
            </a:r>
          </a:p>
          <a:p>
            <a:r>
              <a:t>• Charts and graphs</a:t>
            </a:r>
          </a:p>
          <a:p>
            <a:r>
              <a:t>• Images or videos</a:t>
            </a:r>
          </a:p>
          <a:p>
            <a:r>
              <a:t>• Demonstrations or props</a:t>
            </a:r>
          </a:p>
          <a:p>
            <a:r>
              <a:t>• Must be clear, relevant, and not overloaded with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Reading slides word-for-word</a:t>
            </a:r>
          </a:p>
          <a:p>
            <a:r>
              <a:t>• Speaking too fast or too softly</a:t>
            </a:r>
          </a:p>
          <a:p>
            <a:r>
              <a:t>• Overloading slides with text</a:t>
            </a:r>
          </a:p>
          <a:p>
            <a:r>
              <a:t>• Ignoring audience feedback</a:t>
            </a:r>
          </a:p>
          <a:p>
            <a:r>
              <a:t>• Poor time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8805" y="451692"/>
            <a:ext cx="6775373" cy="5982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successful oral presentation requires clarity, confidence, and connection with the audience.</a:t>
            </a:r>
          </a:p>
          <a:p>
            <a:r>
              <a:t>• Practice and preparation lead to impactful delivery.</a:t>
            </a:r>
          </a:p>
          <a:p>
            <a:r>
              <a:t>• “Speak to express, not to impress.”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</TotalTime>
  <Words>330</Words>
  <Application>Microsoft Macintosh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Oral Presentation Skills</vt:lpstr>
      <vt:lpstr>Meaning of Oral Presentation</vt:lpstr>
      <vt:lpstr>Objectives of an Oral Presentation</vt:lpstr>
      <vt:lpstr>Features of a Good Presentation</vt:lpstr>
      <vt:lpstr>Types of Oral Presentations</vt:lpstr>
      <vt:lpstr>Steps for Effective Oral Presentation</vt:lpstr>
      <vt:lpstr>Verbal and Non-Verbal Communication</vt:lpstr>
      <vt:lpstr>Use of Visual Aids</vt:lpstr>
      <vt:lpstr>Common Mistakes to Avoid</vt:lpstr>
      <vt:lpstr>Slide 10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Presentation Skills</dc:title>
  <dc:creator>hod</dc:creator>
  <dc:description>generated using python-pptx</dc:description>
  <cp:lastModifiedBy>hod</cp:lastModifiedBy>
  <cp:revision>3</cp:revision>
  <dcterms:created xsi:type="dcterms:W3CDTF">2013-01-27T09:14:16Z</dcterms:created>
  <dcterms:modified xsi:type="dcterms:W3CDTF">2025-11-03T10:09:41Z</dcterms:modified>
</cp:coreProperties>
</file>