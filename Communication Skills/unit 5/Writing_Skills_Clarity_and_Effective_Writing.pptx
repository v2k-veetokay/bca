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Clarity in Writing &amp; Principles of Effective Writing</a:t>
            </a:r>
          </a:p>
          <a:p>
            <a:endParaRPr/>
          </a:p>
          <a:p>
            <a:r>
              <a:t>Presented by: [Your Name / Department / Institution]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Writing Skills?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Ability to express ideas clearly, effectively, and logically in written form.</a:t>
            </a:r>
          </a:p>
          <a:p>
            <a:r>
              <a:t>• Involves correct grammar, vocabulary, and structure.</a:t>
            </a:r>
          </a:p>
          <a:p>
            <a:r>
              <a:t>• Connects the writer’s thoughts with the reader’s understanding.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Clarity in Writing –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Expressing ideas in a simple and direct way.</a:t>
            </a:r>
          </a:p>
          <a:p>
            <a:r>
              <a:t>• Ensures the reader understands exactly what you intend to say.</a:t>
            </a:r>
          </a:p>
          <a:p>
            <a:r>
              <a:t>• Avoids confusion, vagueness, or unnecessary complexity.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Conveys message accurately</a:t>
            </a:r>
          </a:p>
          <a:p>
            <a:r>
              <a:t>• Enhances understanding</a:t>
            </a:r>
          </a:p>
          <a:p>
            <a:r>
              <a:t>• Builds credibility and professionalism</a:t>
            </a:r>
          </a:p>
          <a:p>
            <a:r>
              <a:t>• Engages readers</a:t>
            </a:r>
          </a:p>
          <a:p>
            <a:r>
              <a:t>• Saves time for both writer and reader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Achieve Clarity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 simple and familiar words</a:t>
            </a:r>
          </a:p>
          <a:p>
            <a:r>
              <a:t>2. Be concise – avoid redundancy</a:t>
            </a:r>
          </a:p>
          <a:p>
            <a:r>
              <a:t>3. Organize ideas logically</a:t>
            </a:r>
          </a:p>
          <a:p>
            <a:r>
              <a:t>4. Use active voice</a:t>
            </a:r>
          </a:p>
          <a:p>
            <a:r>
              <a:t>5. Check grammar and punctuation</a:t>
            </a:r>
          </a:p>
          <a:p>
            <a:r>
              <a:t>6. Revise and edit thoroughly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of Effective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Clarity – Be direct and easy to understand</a:t>
            </a:r>
          </a:p>
          <a:p>
            <a:r>
              <a:t>2. Conciseness – Say more with fewer words</a:t>
            </a:r>
          </a:p>
          <a:p>
            <a:r>
              <a:t>3. Coherence – Ensure smooth flow between sentences</a:t>
            </a:r>
          </a:p>
          <a:p>
            <a:r>
              <a:t>4. Unity – Keep one main idea per paragraph</a:t>
            </a:r>
          </a:p>
          <a:p>
            <a:r>
              <a:t>5. Correctness – Follow grammar and punctuation rules</a:t>
            </a:r>
          </a:p>
          <a:p>
            <a:r>
              <a:t>6. Completeness – Include all essential information</a:t>
            </a:r>
          </a:p>
          <a:p>
            <a:r>
              <a:t>7. Emphasis – Highlight key points</a:t>
            </a:r>
          </a:p>
          <a:p>
            <a:r>
              <a:t>8. Appropriateness – Match tone and style to audience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Effective Writing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 before writing</a:t>
            </a:r>
          </a:p>
          <a:p>
            <a:r>
              <a:t>• Create an outline</a:t>
            </a:r>
          </a:p>
          <a:p>
            <a:r>
              <a:t>• Maintain consistent tone</a:t>
            </a:r>
          </a:p>
          <a:p>
            <a:r>
              <a:t>• Proofread and edit</a:t>
            </a:r>
          </a:p>
          <a:p>
            <a:r>
              <a:t>• Use feedback to improve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Clear and effective writing enhances communication.</a:t>
            </a:r>
          </a:p>
          <a:p>
            <a:r>
              <a:t>• Reflects organized thinking and professionalism.</a:t>
            </a:r>
          </a:p>
          <a:p>
            <a:r>
              <a:t>• “Write to express, not to impress.”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291</Words>
  <Application>Microsoft Macintosh PowerPoint</Application>
  <PresentationFormat>On-screen Show (4:3)</PresentationFormat>
  <Paragraphs>44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Writing Skills</vt:lpstr>
      <vt:lpstr>What are Writing Skills?</vt:lpstr>
      <vt:lpstr>Clarity in Writing – Meaning</vt:lpstr>
      <vt:lpstr>Importance of Clarity</vt:lpstr>
      <vt:lpstr>How to Achieve Clarity</vt:lpstr>
      <vt:lpstr>Principles of Effective Writing</vt:lpstr>
      <vt:lpstr>Tips for Effective Writing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Skills</dc:title>
  <dc:creator>hod</dc:creator>
  <dc:description>generated using python-pptx</dc:description>
  <cp:lastModifiedBy>hod</cp:lastModifiedBy>
  <cp:revision>3</cp:revision>
  <dcterms:created xsi:type="dcterms:W3CDTF">2013-01-27T09:14:16Z</dcterms:created>
  <dcterms:modified xsi:type="dcterms:W3CDTF">2025-11-03T10:03:33Z</dcterms:modified>
</cp:coreProperties>
</file>