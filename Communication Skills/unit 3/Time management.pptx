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70" r:id="rId14"/>
    <p:sldId id="271" r:id="rId15"/>
    <p:sldId id="272" r:id="rId16"/>
    <p:sldId id="273" r:id="rId17"/>
    <p:sldId id="274" r:id="rId18"/>
    <p:sldId id="275" r:id="rId19"/>
    <p:sldId id="277"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BB0FA8C-07F4-47FE-9122-E2E646609AFF}" type="datetimeFigureOut">
              <a:rPr lang="en-US" smtClean="0"/>
              <a:t>9/19/2025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FA85D4D4-7805-476A-968E-4D1254CBBC9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BB0FA8C-07F4-47FE-9122-E2E646609AFF}"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5D4D4-7805-476A-968E-4D1254CBBC9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BB0FA8C-07F4-47FE-9122-E2E646609AFF}"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5D4D4-7805-476A-968E-4D1254CBBC9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BB0FA8C-07F4-47FE-9122-E2E646609AFF}"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5D4D4-7805-476A-968E-4D1254CBBC9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BB0FA8C-07F4-47FE-9122-E2E646609AFF}" type="datetimeFigureOut">
              <a:rPr lang="en-US" smtClean="0"/>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85D4D4-7805-476A-968E-4D1254CBBC9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BB0FA8C-07F4-47FE-9122-E2E646609AFF}" type="datetimeFigureOut">
              <a:rPr lang="en-US" smtClean="0"/>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85D4D4-7805-476A-968E-4D1254CBBC9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B0FA8C-07F4-47FE-9122-E2E646609AFF}" type="datetimeFigureOut">
              <a:rPr lang="en-US" smtClean="0"/>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85D4D4-7805-476A-968E-4D1254CBBC9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BB0FA8C-07F4-47FE-9122-E2E646609AFF}"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5D4D4-7805-476A-968E-4D1254CBBC9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BB0FA8C-07F4-47FE-9122-E2E646609AFF}"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FA85D4D4-7805-476A-968E-4D1254CBBC91}"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BB0FA8C-07F4-47FE-9122-E2E646609AFF}"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5D4D4-7805-476A-968E-4D1254CBBC9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BB0FA8C-07F4-47FE-9122-E2E646609AFF}"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5D4D4-7805-476A-968E-4D1254CBBC9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BB0FA8C-07F4-47FE-9122-E2E646609AFF}" type="datetimeFigureOut">
              <a:rPr lang="en-US" smtClean="0"/>
              <a:t>9/19/2025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A85D4D4-7805-476A-968E-4D1254CBBC91}"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Time </a:t>
            </a:r>
            <a:r>
              <a:rPr lang="en-US" dirty="0" smtClean="0"/>
              <a:t>Management</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381000" y="808037"/>
            <a:ext cx="8305800" cy="5440363"/>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Time Management?</a:t>
            </a:r>
          </a:p>
        </p:txBody>
      </p:sp>
      <p:sp>
        <p:nvSpPr>
          <p:cNvPr id="3" name="Content Placeholder 2"/>
          <p:cNvSpPr>
            <a:spLocks noGrp="1"/>
          </p:cNvSpPr>
          <p:nvPr>
            <p:ph idx="1"/>
          </p:nvPr>
        </p:nvSpPr>
        <p:spPr/>
        <p:txBody>
          <a:bodyPr/>
          <a:lstStyle/>
          <a:p>
            <a:r>
              <a:t>• Time management is the process of organizing and planning how to divide your time.</a:t>
            </a:r>
          </a:p>
          <a:p>
            <a:r>
              <a:t>• It helps to work smarter, not harder.</a:t>
            </a:r>
          </a:p>
          <a:p>
            <a:r>
              <a:t>• Increases productivity, reduces stress, and ensures goal achievement.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3" name="Picture 5"/>
          <p:cNvPicPr>
            <a:picLocks noGrp="1" noChangeAspect="1" noChangeArrowheads="1"/>
          </p:cNvPicPr>
          <p:nvPr>
            <p:ph idx="1"/>
          </p:nvPr>
        </p:nvPicPr>
        <p:blipFill>
          <a:blip r:embed="rId2"/>
          <a:srcRect/>
          <a:stretch>
            <a:fillRect/>
          </a:stretch>
        </p:blipFill>
        <p:spPr bwMode="auto">
          <a:xfrm>
            <a:off x="1143000" y="1295400"/>
            <a:ext cx="6496050" cy="19812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990600" y="3276600"/>
            <a:ext cx="6705600" cy="2524125"/>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1981200" y="381000"/>
            <a:ext cx="5172075" cy="88582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Time management is the process of planning, organizing, and controlling your time to increase effectiveness, efficiency, and productivity by setting goals, prioritizing tasks, and minimizing distractions. Good time management skills are essential for reducing stress, avoiding burnout, improving performance, and achieving both personal and professional goals. Key strategies include daily planning, prioritizing urgent tasks, using productivity tools, eliminating distractions, and maintaining a healthy lifestyle.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762000" y="533400"/>
            <a:ext cx="7391400" cy="5187156"/>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228600" y="609600"/>
            <a:ext cx="8534400" cy="57150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457200" y="533400"/>
            <a:ext cx="8305800" cy="55626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762000" y="1524001"/>
            <a:ext cx="7162800" cy="434419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685800" y="762000"/>
            <a:ext cx="7772400" cy="5339556"/>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tretch>
            <a:fillRect/>
          </a:stretch>
        </p:blipFill>
        <p:spPr bwMode="auto">
          <a:xfrm>
            <a:off x="1204912" y="2020094"/>
            <a:ext cx="6734175" cy="421957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tretch>
            <a:fillRect/>
          </a:stretch>
        </p:blipFill>
        <p:spPr bwMode="auto">
          <a:xfrm>
            <a:off x="1157287" y="2096294"/>
            <a:ext cx="6829425" cy="406717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Importance of Time Management</a:t>
            </a:r>
          </a:p>
        </p:txBody>
      </p:sp>
      <p:sp>
        <p:nvSpPr>
          <p:cNvPr id="3" name="Content Placeholder 2"/>
          <p:cNvSpPr>
            <a:spLocks noGrp="1"/>
          </p:cNvSpPr>
          <p:nvPr>
            <p:ph idx="1"/>
          </p:nvPr>
        </p:nvSpPr>
        <p:spPr/>
        <p:txBody>
          <a:bodyPr/>
          <a:lstStyle/>
          <a:p>
            <a:r>
              <a:t>• Helps achieve goals effectively.</a:t>
            </a:r>
          </a:p>
          <a:p>
            <a:r>
              <a:t>• Reduces procrastination.</a:t>
            </a:r>
          </a:p>
          <a:p>
            <a:r>
              <a:t>• Enhances productivity and efficiency.</a:t>
            </a:r>
          </a:p>
          <a:p>
            <a:r>
              <a:t>• Improves decision-making.</a:t>
            </a:r>
          </a:p>
          <a:p>
            <a:r>
              <a:t>• Reduces stress and improves focus.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Time Management Is Important</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Reduces </a:t>
            </a:r>
            <a:r>
              <a:rPr lang="en-US" b="1" dirty="0" smtClean="0"/>
              <a:t>Stress:</a:t>
            </a:r>
            <a:endParaRPr lang="en-US" dirty="0" smtClean="0"/>
          </a:p>
          <a:p>
            <a:pPr fontAlgn="ctr"/>
            <a:r>
              <a:rPr lang="en-US" dirty="0" smtClean="0"/>
              <a:t>A well-managed schedule helps you feel more in control, leading to less anxiety and stress. </a:t>
            </a:r>
          </a:p>
          <a:p>
            <a:r>
              <a:rPr lang="en-US" b="1" dirty="0" smtClean="0"/>
              <a:t>Increases Productivity:</a:t>
            </a:r>
            <a:endParaRPr lang="en-US" dirty="0" smtClean="0"/>
          </a:p>
          <a:p>
            <a:pPr fontAlgn="ctr"/>
            <a:r>
              <a:rPr lang="en-US" dirty="0" smtClean="0"/>
              <a:t>By prioritizing and focusing, you can accomplish more in less time. </a:t>
            </a:r>
          </a:p>
          <a:p>
            <a:r>
              <a:rPr lang="en-US" b="1" dirty="0" smtClean="0"/>
              <a:t>Improves Performance:</a:t>
            </a:r>
            <a:endParaRPr lang="en-US" dirty="0" smtClean="0"/>
          </a:p>
          <a:p>
            <a:pPr fontAlgn="ctr"/>
            <a:r>
              <a:rPr lang="en-US" dirty="0" smtClean="0"/>
              <a:t>Good time management allows you to deliver high-quality work and meet deadlines. </a:t>
            </a:r>
          </a:p>
          <a:p>
            <a:r>
              <a:rPr lang="en-US" b="1" dirty="0" smtClean="0"/>
              <a:t>Boosts Confidence:</a:t>
            </a:r>
            <a:endParaRPr lang="en-US" dirty="0" smtClean="0"/>
          </a:p>
          <a:p>
            <a:pPr fontAlgn="ctr"/>
            <a:r>
              <a:rPr lang="en-US" dirty="0" smtClean="0"/>
              <a:t>Successfully managing your tasks and time can significantly increase your self-confidence. </a:t>
            </a:r>
          </a:p>
          <a:p>
            <a:r>
              <a:rPr lang="en-US" b="1" dirty="0" smtClean="0"/>
              <a:t>Promotes a Balanced Lifestyle:</a:t>
            </a:r>
            <a:endParaRPr lang="en-US" dirty="0" smtClean="0"/>
          </a:p>
          <a:p>
            <a:r>
              <a:rPr lang="en-US" dirty="0" smtClean="0"/>
              <a:t>Effective time management creates space for personal interests, hobbies, and leisure, contributing to a healthier life.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Techniques of Time Management</a:t>
            </a:r>
          </a:p>
        </p:txBody>
      </p:sp>
      <p:sp>
        <p:nvSpPr>
          <p:cNvPr id="3" name="Content Placeholder 2"/>
          <p:cNvSpPr>
            <a:spLocks noGrp="1"/>
          </p:cNvSpPr>
          <p:nvPr>
            <p:ph idx="1"/>
          </p:nvPr>
        </p:nvSpPr>
        <p:spPr/>
        <p:txBody>
          <a:bodyPr/>
          <a:lstStyle/>
          <a:p>
            <a:r>
              <a:t>• Prioritization (Eisenhower Matrix).</a:t>
            </a:r>
          </a:p>
          <a:p>
            <a:r>
              <a:t>• Planning and Scheduling.</a:t>
            </a:r>
          </a:p>
          <a:p>
            <a:r>
              <a:t>• Setting SMART Goals.</a:t>
            </a:r>
          </a:p>
          <a:p>
            <a:r>
              <a:t>• Avoiding Multitasking.</a:t>
            </a:r>
          </a:p>
          <a:p>
            <a:r>
              <a:t>• Using To-Do Lists and Calendars.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Barriers to Time Management</a:t>
            </a:r>
          </a:p>
        </p:txBody>
      </p:sp>
      <p:sp>
        <p:nvSpPr>
          <p:cNvPr id="3" name="Content Placeholder 2"/>
          <p:cNvSpPr>
            <a:spLocks noGrp="1"/>
          </p:cNvSpPr>
          <p:nvPr>
            <p:ph idx="1"/>
          </p:nvPr>
        </p:nvSpPr>
        <p:spPr/>
        <p:txBody>
          <a:bodyPr/>
          <a:lstStyle/>
          <a:p>
            <a:r>
              <a:t>• Procrastination.</a:t>
            </a:r>
          </a:p>
          <a:p>
            <a:r>
              <a:t>• Lack of Prioritization.</a:t>
            </a:r>
          </a:p>
          <a:p>
            <a:r>
              <a:t>• Distractions (phone, social media).</a:t>
            </a:r>
          </a:p>
          <a:p>
            <a:r>
              <a:t>• Poor Planning.</a:t>
            </a:r>
          </a:p>
          <a:p>
            <a:r>
              <a:t>• Overcommitment.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Tips for Effective Time Management</a:t>
            </a:r>
          </a:p>
        </p:txBody>
      </p:sp>
      <p:sp>
        <p:nvSpPr>
          <p:cNvPr id="3" name="Content Placeholder 2"/>
          <p:cNvSpPr>
            <a:spLocks noGrp="1"/>
          </p:cNvSpPr>
          <p:nvPr>
            <p:ph idx="1"/>
          </p:nvPr>
        </p:nvSpPr>
        <p:spPr/>
        <p:txBody>
          <a:bodyPr/>
          <a:lstStyle/>
          <a:p>
            <a:r>
              <a:t>• Plan your day in advance.</a:t>
            </a:r>
          </a:p>
          <a:p>
            <a:r>
              <a:t>• Use the 80/20 rule (Pareto Principle).</a:t>
            </a:r>
          </a:p>
          <a:p>
            <a:r>
              <a:t>• Break large tasks into smaller ones.</a:t>
            </a:r>
          </a:p>
          <a:p>
            <a:r>
              <a:t>• Learn to say NO.</a:t>
            </a:r>
          </a:p>
          <a:p>
            <a:r>
              <a:t>• Take breaks and manage energy.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Improve Your Time Management Skills</a:t>
            </a:r>
            <a:endParaRPr lang="en-US" dirty="0"/>
          </a:p>
        </p:txBody>
      </p:sp>
      <p:sp>
        <p:nvSpPr>
          <p:cNvPr id="3" name="Content Placeholder 2"/>
          <p:cNvSpPr>
            <a:spLocks noGrp="1"/>
          </p:cNvSpPr>
          <p:nvPr>
            <p:ph idx="1"/>
          </p:nvPr>
        </p:nvSpPr>
        <p:spPr/>
        <p:txBody>
          <a:bodyPr>
            <a:normAutofit fontScale="77500" lnSpcReduction="20000"/>
          </a:bodyPr>
          <a:lstStyle/>
          <a:p>
            <a:endParaRPr lang="en-US" dirty="0" smtClean="0"/>
          </a:p>
          <a:p>
            <a:r>
              <a:rPr lang="en-US" b="1" dirty="0" smtClean="0"/>
              <a:t>1. Set Goals:</a:t>
            </a:r>
            <a:endParaRPr lang="en-US" dirty="0" smtClean="0"/>
          </a:p>
          <a:p>
            <a:pPr fontAlgn="ctr"/>
            <a:r>
              <a:rPr lang="en-US" dirty="0" smtClean="0"/>
              <a:t>Establish SMART (Specific, Measurable, Attainable, Relevant, Timely) goals to provide a clear direction for your efforts. </a:t>
            </a:r>
          </a:p>
          <a:p>
            <a:r>
              <a:rPr lang="en-US" b="1" dirty="0" smtClean="0"/>
              <a:t>2. Prioritize Tasks:</a:t>
            </a:r>
            <a:endParaRPr lang="en-US" dirty="0" smtClean="0"/>
          </a:p>
          <a:p>
            <a:pPr fontAlgn="ctr"/>
            <a:r>
              <a:rPr lang="en-US" dirty="0" smtClean="0"/>
              <a:t>Create a to-do list and identify urgent and essential tasks, completing them before less important ones. Techniques like the 4 Ds of Time Management (Do, Defer, Delegate, Delete) can help categorize tasks. </a:t>
            </a:r>
          </a:p>
          <a:p>
            <a:r>
              <a:rPr lang="en-US" b="1" dirty="0" smtClean="0"/>
              <a:t>3. Plan Your Day:</a:t>
            </a:r>
            <a:endParaRPr lang="en-US" dirty="0" smtClean="0"/>
          </a:p>
          <a:p>
            <a:pPr fontAlgn="ctr"/>
            <a:r>
              <a:rPr lang="en-US" dirty="0" smtClean="0"/>
              <a:t>Start each day with a brief meeting to review your to-do list and plan out what you will work on. </a:t>
            </a:r>
          </a:p>
          <a:p>
            <a:r>
              <a:rPr lang="en-US" b="1" dirty="0" smtClean="0"/>
              <a:t>4. Minimize Distractions:</a:t>
            </a:r>
            <a:endParaRPr lang="en-US" dirty="0" smtClean="0"/>
          </a:p>
          <a:p>
            <a:pPr fontAlgn="ctr"/>
            <a:r>
              <a:rPr lang="en-US" dirty="0" smtClean="0"/>
              <a:t>Turn off notifications, use website blockers, or create dedicated time slots for checking emails to stay focused.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Improve Your Time Management Skills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5. Use Planning Tools:</a:t>
            </a:r>
            <a:endParaRPr lang="en-US" dirty="0" smtClean="0"/>
          </a:p>
          <a:p>
            <a:pPr fontAlgn="ctr"/>
            <a:r>
              <a:rPr lang="en-US" dirty="0" smtClean="0"/>
              <a:t>Employ calendars, to-do lists, or apps to record and track your tasks and deadlines. </a:t>
            </a:r>
          </a:p>
          <a:p>
            <a:r>
              <a:rPr lang="en-US" b="1" dirty="0" smtClean="0"/>
              <a:t>6. Lead a Healthy Lifestyle:</a:t>
            </a:r>
            <a:endParaRPr lang="en-US" dirty="0" smtClean="0"/>
          </a:p>
          <a:p>
            <a:pPr fontAlgn="ctr"/>
            <a:r>
              <a:rPr lang="en-US" dirty="0" smtClean="0"/>
              <a:t>Regular exercise and a healthy diet can increase your energy levels, enhancing your ability to concentrate and complete tasks. </a:t>
            </a:r>
          </a:p>
          <a:p>
            <a:r>
              <a:rPr lang="en-US" b="1" dirty="0" smtClean="0"/>
              <a:t>7. Practice Awareness and Adaptation:</a:t>
            </a:r>
            <a:endParaRPr lang="en-US" dirty="0" smtClean="0"/>
          </a:p>
          <a:p>
            <a:r>
              <a:rPr lang="en-US" dirty="0" smtClean="0"/>
              <a:t>Be mindful of how you spend your time, structure your days effectively, and be prepared to adjust your schedule as needed.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5 Ps of time management</a:t>
            </a:r>
            <a:endParaRPr lang="en-US" dirty="0"/>
          </a:p>
        </p:txBody>
      </p:sp>
      <p:sp>
        <p:nvSpPr>
          <p:cNvPr id="3" name="Content Placeholder 2"/>
          <p:cNvSpPr>
            <a:spLocks noGrp="1"/>
          </p:cNvSpPr>
          <p:nvPr>
            <p:ph idx="1"/>
          </p:nvPr>
        </p:nvSpPr>
        <p:spPr/>
        <p:txBody>
          <a:bodyPr>
            <a:normAutofit fontScale="70000" lnSpcReduction="20000"/>
          </a:bodyPr>
          <a:lstStyle/>
          <a:p>
            <a:pPr fontAlgn="ctr"/>
            <a:r>
              <a:rPr lang="en-US" dirty="0" smtClean="0"/>
              <a:t>:</a:t>
            </a:r>
            <a:endParaRPr lang="en-US" dirty="0" smtClean="0"/>
          </a:p>
          <a:p>
            <a:r>
              <a:rPr lang="en-US" b="1" dirty="0" smtClean="0"/>
              <a:t>1. Prioritize:</a:t>
            </a:r>
            <a:endParaRPr lang="en-US" dirty="0" smtClean="0"/>
          </a:p>
          <a:p>
            <a:pPr fontAlgn="ctr"/>
            <a:r>
              <a:rPr lang="en-US" dirty="0" smtClean="0"/>
              <a:t>Focus on the most important tasks first, using methods like the Eisenhower Matrix to distinguish between urgent and important. </a:t>
            </a:r>
          </a:p>
          <a:p>
            <a:r>
              <a:rPr lang="en-US" b="1" dirty="0" smtClean="0"/>
              <a:t>2. Plan:</a:t>
            </a:r>
            <a:endParaRPr lang="en-US" dirty="0" smtClean="0"/>
          </a:p>
          <a:p>
            <a:pPr fontAlgn="ctr"/>
            <a:r>
              <a:rPr lang="en-US" dirty="0" smtClean="0"/>
              <a:t>Organize your tasks and activities in advance by creating a schedule or to-do list. </a:t>
            </a:r>
          </a:p>
          <a:p>
            <a:r>
              <a:rPr lang="en-US" b="1" dirty="0" smtClean="0"/>
              <a:t>3. Prepare:</a:t>
            </a:r>
            <a:endParaRPr lang="en-US" dirty="0" smtClean="0"/>
          </a:p>
          <a:p>
            <a:pPr fontAlgn="ctr"/>
            <a:r>
              <a:rPr lang="en-US" dirty="0" smtClean="0"/>
              <a:t>Get ready for tasks by gathering necessary information, tools, or resources before starting. </a:t>
            </a:r>
          </a:p>
          <a:p>
            <a:r>
              <a:rPr lang="en-US" b="1" dirty="0" smtClean="0"/>
              <a:t>4. Pace:</a:t>
            </a:r>
            <a:endParaRPr lang="en-US" dirty="0" smtClean="0"/>
          </a:p>
          <a:p>
            <a:pPr fontAlgn="ctr"/>
            <a:r>
              <a:rPr lang="en-US" dirty="0" smtClean="0"/>
              <a:t>Manage your time and energy effectively by taking breaks when needed and not overworking, ensuring you maintain focus and stamina. </a:t>
            </a:r>
          </a:p>
          <a:p>
            <a:r>
              <a:rPr lang="en-US" b="1" dirty="0" smtClean="0"/>
              <a:t>5. Persist:</a:t>
            </a:r>
            <a:endParaRPr lang="en-US" dirty="0" smtClean="0"/>
          </a:p>
          <a:p>
            <a:r>
              <a:rPr lang="en-US" dirty="0" smtClean="0"/>
              <a:t>Maintain motivation and follow through on your plans, even when facing challenges or delays, to ensure tasks are completed.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TotalTime>
  <Words>231</Words>
  <Application>Microsoft Office PowerPoint</Application>
  <PresentationFormat>On-screen Show (4:3)</PresentationFormat>
  <Paragraphs>70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Flow</vt:lpstr>
      <vt:lpstr>Time Management</vt:lpstr>
      <vt:lpstr>Slide 2</vt:lpstr>
      <vt:lpstr>What is Time Management?</vt:lpstr>
      <vt:lpstr>Slide 4</vt:lpstr>
      <vt:lpstr>Slide 5</vt:lpstr>
      <vt:lpstr>Slide 6</vt:lpstr>
      <vt:lpstr>Slide 7</vt:lpstr>
      <vt:lpstr>Slide 8</vt:lpstr>
      <vt:lpstr>Slide 9</vt:lpstr>
      <vt:lpstr>Slide 10</vt:lpstr>
      <vt:lpstr>Slide 11</vt:lpstr>
      <vt:lpstr>Slide 12</vt:lpstr>
      <vt:lpstr>Importance of Time Management</vt:lpstr>
      <vt:lpstr>Why Time Management Is Important </vt:lpstr>
      <vt:lpstr>Techniques of Time Management</vt:lpstr>
      <vt:lpstr>Barriers to Time Management</vt:lpstr>
      <vt:lpstr>Tips for Effective Time Management</vt:lpstr>
      <vt:lpstr>How to Improve Your Time Management Skills</vt:lpstr>
      <vt:lpstr>How to Improve Your Time Management Skills</vt:lpstr>
      <vt:lpstr>The 5 Ps of time management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dc:creator>
  <cp:lastModifiedBy>hod</cp:lastModifiedBy>
  <cp:revision>4</cp:revision>
  <dcterms:created xsi:type="dcterms:W3CDTF">2025-09-19T10:36:13Z</dcterms:created>
  <dcterms:modified xsi:type="dcterms:W3CDTF">2025-09-19T10:45:49Z</dcterms:modified>
</cp:coreProperties>
</file>