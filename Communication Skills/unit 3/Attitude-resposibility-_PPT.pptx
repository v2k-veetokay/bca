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Attitude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What </a:t>
            </a:r>
            <a:r>
              <a:t>is Attitude?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Attitude is a settled way of thinking or feeling about someone or something, reflected in a person’s behavior. It influences how we perceive situations</a:t>
            </a:r>
            <a:r>
              <a:rPr/>
              <a:t>, </a:t>
            </a:r>
            <a:r>
              <a:rPr smtClean="0"/>
              <a:t>interact </a:t>
            </a:r>
            <a:r>
              <a:t>with others, and approach </a:t>
            </a:r>
            <a:r>
              <a:rPr/>
              <a:t>challenges</a:t>
            </a:r>
            <a:r>
              <a:rPr smtClean="0"/>
              <a:t>.</a:t>
            </a:r>
            <a:endParaRPr lang="en-US" dirty="0" smtClean="0"/>
          </a:p>
          <a:p>
            <a:r>
              <a:rPr lang="en-US" dirty="0" smtClean="0"/>
              <a:t>"Attitude" in Hindi means attitude, viewpoint, or attitude. It is a pattern of thoughts, feelings, and behavior of a person towards a particular object, person, or situation. It can also be defined psychologically as a learned tendency to evaluate something.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Importance </a:t>
            </a:r>
            <a:r>
              <a:t>of Attitude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Shapes personality and behavior</a:t>
            </a:r>
          </a:p>
          <a:p>
            <a:r>
              <a:t>• Affects relationships and communication</a:t>
            </a:r>
          </a:p>
          <a:p>
            <a:r>
              <a:t>• Influences success and performance</a:t>
            </a:r>
          </a:p>
          <a:p>
            <a:r>
              <a:t>• Determines response to challenges</a:t>
            </a:r>
          </a:p>
          <a:p>
            <a:r>
              <a:t>• Creates a positive or negative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Types </a:t>
            </a:r>
            <a:r>
              <a:t>of Attitude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Positive Attitude – Optimism, confidence, solution-oriented</a:t>
            </a:r>
          </a:p>
          <a:p>
            <a:r>
              <a:t>• Negative Attitude – Pessimism, blame, resistance</a:t>
            </a:r>
          </a:p>
          <a:p>
            <a:r>
              <a:t>• Neutral Attitude – Indifference, lack of engagement</a:t>
            </a:r>
          </a:p>
          <a:p>
            <a:r>
              <a:t>• Professional Attitude – Responsibility, discipline, ethics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Components </a:t>
            </a:r>
            <a:r>
              <a:t>of Attitude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Cognitive – Thoughts and beliefs</a:t>
            </a:r>
          </a:p>
          <a:p>
            <a:r>
              <a:t>• Affective – Emotions and feelings</a:t>
            </a:r>
          </a:p>
          <a:p>
            <a:r>
              <a:t>• Behavioral – Actions and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mtClean="0"/>
              <a:t>How </a:t>
            </a:r>
            <a:r>
              <a:t>to Develop a Positive Attitude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Practice gratitude and optimism</a:t>
            </a:r>
          </a:p>
          <a:p>
            <a:r>
              <a:t>• Surround yourself with positivity</a:t>
            </a:r>
          </a:p>
          <a:p>
            <a:r>
              <a:t>• Focus on solutions, not problems</a:t>
            </a:r>
          </a:p>
          <a:p>
            <a:r>
              <a:t>• Learn from failures and mistakes</a:t>
            </a:r>
          </a:p>
          <a:p>
            <a:r>
              <a:t>• Maintain self-confidence and motivation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Responsibility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What </a:t>
            </a:r>
            <a:r>
              <a:t>is Responsibility?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Responsibility is the state or fact of having a duty to deal with something or of being accountable for one’s actions, decisions, and commitments.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Importance </a:t>
            </a:r>
            <a:r>
              <a:t>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Builds trust and credibility</a:t>
            </a:r>
          </a:p>
          <a:p>
            <a:r>
              <a:t>• Encourages discipline and reliability</a:t>
            </a:r>
          </a:p>
          <a:p>
            <a:r>
              <a:t>• Promotes teamwork and cooperation</a:t>
            </a:r>
          </a:p>
          <a:p>
            <a:r>
              <a:t>• Strengthens leadership qualities</a:t>
            </a:r>
          </a:p>
          <a:p>
            <a:r>
              <a:t>• Contributes to personal and social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Types </a:t>
            </a:r>
            <a:r>
              <a:t>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 Responsibility – Self-discipline and self-care</a:t>
            </a:r>
          </a:p>
          <a:p>
            <a:r>
              <a:t>• Social Responsibility – Contributing to community and society</a:t>
            </a:r>
          </a:p>
          <a:p>
            <a:r>
              <a:t>• Professional Responsibility – Work ethics and accountability</a:t>
            </a:r>
          </a:p>
          <a:p>
            <a:r>
              <a:t>• Moral Responsibility – Acting with integrity and fairness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Barriers </a:t>
            </a:r>
            <a:r>
              <a:t>to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Blaming others and avoiding accountability</a:t>
            </a:r>
          </a:p>
          <a:p>
            <a:r>
              <a:t>• Lack of self-discipline</a:t>
            </a:r>
          </a:p>
          <a:p>
            <a:r>
              <a:t>• Procrastination and carelessness</a:t>
            </a:r>
          </a:p>
          <a:p>
            <a:r>
              <a:t>• Peer pressure and external influence</a:t>
            </a:r>
          </a:p>
          <a:p>
            <a:r>
              <a:t>• Fear of failure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How </a:t>
            </a:r>
            <a:r>
              <a:t>to Practice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clear goals and priorities</a:t>
            </a:r>
          </a:p>
          <a:p>
            <a:r>
              <a:t>• Accept mistakes and learn from them</a:t>
            </a:r>
          </a:p>
          <a:p>
            <a:r>
              <a:t>• Fulfill commitments on time</a:t>
            </a:r>
          </a:p>
          <a:p>
            <a:r>
              <a:t>• Be accountable for decisions and actions</a:t>
            </a:r>
          </a:p>
          <a:p>
            <a:r>
              <a:t>• Develop self-discipline and consistency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</TotalTime>
  <Words>328</Words>
  <Application>Microsoft Macintosh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Attitude</vt:lpstr>
      <vt:lpstr>What is Attitude?</vt:lpstr>
      <vt:lpstr>Importance of Attitude</vt:lpstr>
      <vt:lpstr>Types of Attitude</vt:lpstr>
      <vt:lpstr>Components of Attitude</vt:lpstr>
      <vt:lpstr>How to Develop a Positive Attitude</vt:lpstr>
      <vt:lpstr>Responsibility</vt:lpstr>
      <vt:lpstr>What is Responsibility?</vt:lpstr>
      <vt:lpstr>Importance of Responsibility</vt:lpstr>
      <vt:lpstr>Types of Responsibility</vt:lpstr>
      <vt:lpstr>Barriers to Responsibility</vt:lpstr>
      <vt:lpstr>How to Practice Responsibility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💡 Attitude</dc:title>
  <dc:creator>hod</dc:creator>
  <dc:description>generated using python-pptx</dc:description>
  <cp:lastModifiedBy>hod</cp:lastModifiedBy>
  <cp:revision>5</cp:revision>
  <dcterms:created xsi:type="dcterms:W3CDTF">2013-01-27T09:14:16Z</dcterms:created>
  <dcterms:modified xsi:type="dcterms:W3CDTF">2025-09-20T04:56:00Z</dcterms:modified>
</cp:coreProperties>
</file>